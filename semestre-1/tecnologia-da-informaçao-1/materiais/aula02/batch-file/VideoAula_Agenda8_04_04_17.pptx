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8" r:id="rId2"/>
    <p:sldId id="260" r:id="rId3"/>
    <p:sldId id="261" r:id="rId4"/>
    <p:sldId id="262" r:id="rId5"/>
    <p:sldId id="263" r:id="rId6"/>
    <p:sldId id="264" r:id="rId7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26" autoAdjust="0"/>
    <p:restoredTop sz="79130" autoAdjust="0"/>
  </p:normalViewPr>
  <p:slideViewPr>
    <p:cSldViewPr>
      <p:cViewPr varScale="1">
        <p:scale>
          <a:sx n="94" d="100"/>
          <a:sy n="94" d="100"/>
        </p:scale>
        <p:origin x="1248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69DE5E-D780-4FEB-AA1E-890E9DF8D883}" type="datetimeFigureOut">
              <a:rPr lang="pt-BR" smtClean="0"/>
              <a:pPr/>
              <a:t>03/04/2017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92485-DA3C-4762-A4E7-702224DDF3B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643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 inegável a rapidez da evolução da informática nas últimas décadas.</a:t>
            </a:r>
            <a:endParaRPr lang="pt-BR" sz="11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capacidade de processamento dos computadores aumenta a patamares nunca antes vistos, enquanto o custo cai surpreendentemente.</a:t>
            </a:r>
            <a:endParaRPr lang="pt-BR" sz="1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392485-DA3C-4762-A4E7-702224DDF3B0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8100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Bem, sabemos que o sistema operacional é o software que faz a comunicação amigável e segura entre o hardware e as aplicações, e ainda fornece uma interface entre o computador e o usuário.</a:t>
            </a:r>
            <a:endParaRPr lang="pt-BR" sz="1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392485-DA3C-4762-A4E7-702224DDF3B0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1934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 outra linguagem, podemos dizer que o </a:t>
            </a:r>
            <a:r>
              <a:rPr lang="pt-B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sistema operacional é o software que dá ordem no uso do computador. Ele gerencia o processador , a memória RAM   e os dispositivos de armazenamento e de entrada e saída de dados.</a:t>
            </a:r>
            <a:endParaRPr lang="pt-BR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392485-DA3C-4762-A4E7-702224DDF3B0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2007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Imagine que aqui esteja a memória &lt;ENTER&gt; RAM do computador e aqui esteja a &lt;ENTER&gt; CPU, que podemos simplesmente chamar de processador, responsável por gerenciar todos os dados, como se fosse o cérebro do computador.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imagine que aqui &lt;ENTER&gt; esteja o HD – o disco rígido do seu computador.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Todos&lt;ENTER&gt;  os programas&lt;ENTER&gt;  que temos instalados &lt;ENTER&gt; em nosso computador estão armazenados &lt;ENTER&gt; no HD.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Quando executamos um programa ele é copiado para a memória RAM porque a memória RAM é mais rápida que o HD.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392485-DA3C-4762-A4E7-702224DDF3B0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8126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Imagine que aqui esteja a memória &lt;ENTER&gt; RAM do computador e aqui esteja a &lt;ENTER&gt; CPU, que podemos simplesmente chamar de processador, responsável por gerenciar todos os dados, como se fosse o cérebro do computador.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imagine que aqui &lt;ENTER&gt; esteja o HD – o disco rígido do seu computador.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Todos&lt;ENTER&gt;  os programas&lt;ENTER&gt;  que temos instalados &lt;ENTER&gt; em nosso computador estão armazenados &lt;ENTER&gt; no HD.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Quando executamos um programa ele é copiado para a memória RAM porque a memória RAM é mais rápida que o HD.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392485-DA3C-4762-A4E7-702224DDF3B0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7792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ECB3042-6942-49FC-83A0-ABA32F91159C}" type="datetimeFigureOut">
              <a:rPr lang="pt-BR" smtClean="0"/>
              <a:pPr/>
              <a:t>03/04/2017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DBC9848-2374-43C8-BDA5-D4C60A38CF0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1457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ECB3042-6942-49FC-83A0-ABA32F91159C}" type="datetimeFigureOut">
              <a:rPr lang="pt-BR" smtClean="0"/>
              <a:pPr/>
              <a:t>03/04/2017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DBC9848-2374-43C8-BDA5-D4C60A38CF0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4211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ECB3042-6942-49FC-83A0-ABA32F91159C}" type="datetimeFigureOut">
              <a:rPr lang="pt-BR" smtClean="0"/>
              <a:pPr/>
              <a:t>03/04/2017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DBC9848-2374-43C8-BDA5-D4C60A38CF0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6011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ECB3042-6942-49FC-83A0-ABA32F91159C}" type="datetimeFigureOut">
              <a:rPr lang="pt-BR" smtClean="0"/>
              <a:pPr/>
              <a:t>03/04/2017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DBC9848-2374-43C8-BDA5-D4C60A38CF0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1315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ECB3042-6942-49FC-83A0-ABA32F91159C}" type="datetimeFigureOut">
              <a:rPr lang="pt-BR" smtClean="0"/>
              <a:pPr/>
              <a:t>03/04/2017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DBC9848-2374-43C8-BDA5-D4C60A38CF0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8654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ECB3042-6942-49FC-83A0-ABA32F91159C}" type="datetimeFigureOut">
              <a:rPr lang="pt-BR" smtClean="0"/>
              <a:pPr/>
              <a:t>03/04/2017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DBC9848-2374-43C8-BDA5-D4C60A38CF0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786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ECB3042-6942-49FC-83A0-ABA32F91159C}" type="datetimeFigureOut">
              <a:rPr lang="pt-BR" smtClean="0"/>
              <a:pPr/>
              <a:t>03/04/2017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DBC9848-2374-43C8-BDA5-D4C60A38CF0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4546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ECB3042-6942-49FC-83A0-ABA32F91159C}" type="datetimeFigureOut">
              <a:rPr lang="pt-BR" smtClean="0"/>
              <a:pPr/>
              <a:t>03/04/2017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DBC9848-2374-43C8-BDA5-D4C60A38CF0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953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ECB3042-6942-49FC-83A0-ABA32F91159C}" type="datetimeFigureOut">
              <a:rPr lang="pt-BR" smtClean="0"/>
              <a:pPr/>
              <a:t>03/04/2017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DBC9848-2374-43C8-BDA5-D4C60A38CF0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057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ECB3042-6942-49FC-83A0-ABA32F91159C}" type="datetimeFigureOut">
              <a:rPr lang="pt-BR" smtClean="0"/>
              <a:pPr/>
              <a:t>03/04/2017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DBC9848-2374-43C8-BDA5-D4C60A38CF0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0282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ECB3042-6942-49FC-83A0-ABA32F91159C}" type="datetimeFigureOut">
              <a:rPr lang="pt-BR" smtClean="0"/>
              <a:pPr/>
              <a:t>03/04/2017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DBC9848-2374-43C8-BDA5-D4C60A38CF0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167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C:\Users\GEEAD\Desktop\Nova pasta\template verde geead branco.pn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23545"/>
            <a:ext cx="9147175" cy="91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7140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873928" y="1689650"/>
            <a:ext cx="6985954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2800" b="1" dirty="0"/>
              <a:t>TEMA: Gerenciamento do Sistema Operacional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07282" y="627534"/>
            <a:ext cx="8185447" cy="60016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>
            <a:defPPr>
              <a:defRPr lang="pt-BR"/>
            </a:defPPr>
            <a:lvl1pPr algn="ctr">
              <a:defRPr sz="3600" b="1"/>
            </a:lvl1pPr>
          </a:lstStyle>
          <a:p>
            <a:r>
              <a:rPr lang="pt-BR" sz="3300" dirty="0"/>
              <a:t>Recursos e Estruturas do Sistema Operacional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3563888" y="3363838"/>
            <a:ext cx="2027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itchFamily="34" charset="0"/>
              </a:rPr>
              <a:t>INFORMÁTICA I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2987824" y="3867894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itchFamily="34" charset="0"/>
              </a:rPr>
              <a:t>Técnico em Informática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795857" y="2678458"/>
            <a:ext cx="340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itchFamily="34" charset="0"/>
              </a:rPr>
              <a:t>AGENDA 8</a:t>
            </a:r>
          </a:p>
        </p:txBody>
      </p:sp>
    </p:spTree>
    <p:extLst>
      <p:ext uri="{BB962C8B-B14F-4D97-AF65-F5344CB8AC3E}">
        <p14:creationId xmlns:p14="http://schemas.microsoft.com/office/powerpoint/2010/main" val="481172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7704">
        <p:fade/>
      </p:transition>
    </mc:Choice>
    <mc:Fallback xmlns="">
      <p:transition spd="med" advTm="17704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79512" y="267494"/>
            <a:ext cx="3219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Serviços do Sistema Operacional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156816" y="771550"/>
            <a:ext cx="33350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- Gerenciamento do Processador</a:t>
            </a:r>
          </a:p>
          <a:p>
            <a:r>
              <a:rPr lang="pt-BR" dirty="0"/>
              <a:t>- Gerenciamento de Memória</a:t>
            </a:r>
          </a:p>
          <a:p>
            <a:r>
              <a:rPr lang="pt-BR" dirty="0"/>
              <a:t>- Gerenciamento de Dispositivos</a:t>
            </a:r>
          </a:p>
          <a:p>
            <a:r>
              <a:rPr lang="pt-BR" dirty="0"/>
              <a:t>- Gerenciamento de Processos</a:t>
            </a:r>
          </a:p>
          <a:p>
            <a:r>
              <a:rPr lang="pt-BR" dirty="0"/>
              <a:t>- Processador de Comandos</a:t>
            </a:r>
          </a:p>
          <a:p>
            <a:r>
              <a:rPr lang="pt-BR" dirty="0"/>
              <a:t>- Interface com Aplicativos e Linguagens de Programação</a:t>
            </a:r>
          </a:p>
          <a:p>
            <a:r>
              <a:rPr lang="pt-BR" dirty="0"/>
              <a:t>- Interface com Usuários</a:t>
            </a:r>
          </a:p>
        </p:txBody>
      </p:sp>
      <p:pic>
        <p:nvPicPr>
          <p:cNvPr id="25" name="Imagem 24"/>
          <p:cNvPicPr/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411510"/>
            <a:ext cx="5046980" cy="35814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06867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5401">
        <p:fade/>
      </p:transition>
    </mc:Choice>
    <mc:Fallback xmlns="">
      <p:transition spd="med" advTm="45401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67544" y="339502"/>
            <a:ext cx="51491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Processador de Comandos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107505" y="1059582"/>
            <a:ext cx="89289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- Módulo do Sistema Operacional responsável pela interação entre o usuário e as ferramentas</a:t>
            </a:r>
          </a:p>
          <a:p>
            <a:r>
              <a:rPr lang="pt-BR" dirty="0"/>
              <a:t>de gerenciamento do ambiente de trabalho;</a:t>
            </a:r>
          </a:p>
          <a:p>
            <a:r>
              <a:rPr lang="pt-BR" dirty="0"/>
              <a:t>- No ambiente Windows é conhecido como “</a:t>
            </a:r>
            <a:r>
              <a:rPr lang="pt-BR" dirty="0" err="1"/>
              <a:t>Prompt</a:t>
            </a:r>
            <a:r>
              <a:rPr lang="pt-BR" dirty="0"/>
              <a:t> de Comandos”;</a:t>
            </a:r>
          </a:p>
          <a:p>
            <a:r>
              <a:rPr lang="pt-BR" dirty="0"/>
              <a:t>- Não possui Interface Gráfica;</a:t>
            </a:r>
          </a:p>
          <a:p>
            <a:r>
              <a:rPr lang="pt-BR" dirty="0"/>
              <a:t>- Deve-se conhecer a sintaxe dos comandos utilizados para essas interações;</a:t>
            </a:r>
          </a:p>
          <a:p>
            <a:r>
              <a:rPr lang="pt-BR" dirty="0"/>
              <a:t>- Sua utilidade é permitir o acesso às informações do </a:t>
            </a:r>
          </a:p>
          <a:p>
            <a:r>
              <a:rPr lang="pt-BR" dirty="0"/>
              <a:t>sistema computacional quando não temos a Interface </a:t>
            </a:r>
          </a:p>
          <a:p>
            <a:r>
              <a:rPr lang="pt-BR" dirty="0"/>
              <a:t>Gráfica disponível que pode ocorrer por erro de carga </a:t>
            </a:r>
          </a:p>
          <a:p>
            <a:r>
              <a:rPr lang="pt-BR" dirty="0"/>
              <a:t>dessa Interface;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28" y="2715766"/>
            <a:ext cx="2921402" cy="1527900"/>
          </a:xfrm>
          <a:prstGeom prst="rect">
            <a:avLst/>
          </a:prstGeom>
        </p:spPr>
      </p:pic>
      <p:pic>
        <p:nvPicPr>
          <p:cNvPr id="1026" name="Picture 2" descr="Resultado de imagem para tecla windows + 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501047"/>
            <a:ext cx="1440160" cy="487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eta: para a Direita 6"/>
          <p:cNvSpPr/>
          <p:nvPr/>
        </p:nvSpPr>
        <p:spPr>
          <a:xfrm>
            <a:off x="4517697" y="3719271"/>
            <a:ext cx="1044710" cy="505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7991184" y="2167577"/>
            <a:ext cx="65434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CMD</a:t>
            </a:r>
          </a:p>
        </p:txBody>
      </p:sp>
      <p:cxnSp>
        <p:nvCxnSpPr>
          <p:cNvPr id="12" name="Conector de Seta Reta 11"/>
          <p:cNvCxnSpPr/>
          <p:nvPr/>
        </p:nvCxnSpPr>
        <p:spPr>
          <a:xfrm flipV="1">
            <a:off x="6516216" y="2352243"/>
            <a:ext cx="1368152" cy="1127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30234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74901">
        <p:fade/>
      </p:transition>
    </mc:Choice>
    <mc:Fallback xmlns="">
      <p:transition spd="med" advTm="74901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80" y="483518"/>
            <a:ext cx="5709096" cy="33558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211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9252">
        <p:fade/>
      </p:transition>
    </mc:Choice>
    <mc:Fallback xmlns="">
      <p:transition spd="med" advTm="49252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16" descr="data:image/jpeg;base64,/9j/4AAQSkZJRgABAQAAAQABAAD/2wCEAAkGBhMQEBAQEBQUEBAQFhQSERAUEg8QEBYXFBcVFRYUEhQXHCYfFxkjGhQUHy8gIycpLCwsFR4xNzAqNSYrLCkBCQoKDgwOGg8PGiklHyQvKjQqKiwtLC8sLC8sLCwsNCwsLiwsLCwvLCwsLCk0LC0sLCwsLCw0LCwsLCwsLiwpLP/AABEIAMwAzAMBIgACEQEDEQH/xAAbAAEAAgMBAQAAAAAAAAAAAAAABAUCAwYBB//EAD8QAAECAwUECAUBBwMFAAAAAAEAAgMEEQUSITFBUWFxkQYTIjKBobHwQlLB0eFiBxQzcoLC8SOi0hUkNEOS/8QAGgEBAAIDAQAAAAAAAAAAAAAAAAMEAQIFBv/EADARAAIBAwMCAgoCAwEAAAAAAAABAgMEERIhMQVBE2EyUXGBkaGxwdHwFOEiI/EG/9oADAMBAAIRAxEAPwD7iiIgCIiAIiIAiIgCIiAIiIAiIgCIiAIi8IQHqLnv3h7q1c6u4kaqPGixBUiI8f1Haq7uEuxMqTfc6lFx5t2PDPevAaOAKlyfTRhN2M0w/wBYq5niMx5pG5g9uDLoTXB0qLGFFDgHNIc04gg1B4FZKwQBERAEREAREQBERAEREAREQBERAEREAREQBERAUERtHxBsc7zNR6qPHUq0ezFdvofKn9qgR3rmVNm0XI8ECZOe8qsj0PD7KbOPp6fcqqjxKe8tgVaSLUSTZduxJR9W9qGTV8LJtP07DvX0WQn2R4bYsM1a4VG3gRoV8ijRVa9Dukf7vHEN5/0Y5DTo1rsmuHHIngrNvWcXpfBHXo6lqXJ9QREXTOaEREAREQBERAEREARFpdNDTtcMueSYMZwbkUV0dxyo3/cft6rU521x5geQW2kxqJ68qq03ePMryjNg/wDkLOk11lpVFVUbuHl6LIbnEcHV8imkayzRV7Zp41DhvFDzGHktrLQb8XZ45c8lhxZspIrrewew7QfI/lVMSL79+Ct7eYIphsaaOxIIxzpnyXM2jAiQSWmjyNB3uS5lxSm5NpbF2lKOMNmibi+/fPkqaaje/eq8mbSrXQ7NVqkbNjzbrsBhdtflDb/M7IcM1Tim3guLCWWQY8dbbMsCYnTdgsJbrFdVsIf1HM7hUrvrE/ZvChkPmT17/kyhDiM3eOG5dhDhhoDWgNaMAAAAOAV2nat7zIJ3SW0TTZ8J7IUNsVwfEa0B7wCA4gUJoVIRF0DnhERAEREARFhFihox8BqeCAzWh0z8uO/4fz4LU9xd3sB8unidVrMWuDef2W6Ro5Gbzq813ZDwH+Vh1pOQ5oIepxKyWTQwuE5lao8RrBU4nQalbyVXwol6KXnuw8hv0VO8uHRilHl8eXrfuJ6FPW23wjGYZGAvkhv6futLLcAwe3EajJbZ2OXYVxcvJqWYyGG0q4ipOxefdxWhKUqU3hc6t/1nSVOnJJTj8NjGFbTHGhBbXI6KdQFcnMmgXRWe8mGKro9Hvqt1rjU7Y39pWv7aFHS4dyTUrwv24eiEqNOxaNO/Dmu8czk9kHAF8Y4NYCRs3eXquUnpsxYjnE5kknYFdW5N9VAZCGDonbfw0HvYuVmYtG3R3n+mn3UBZWxcdHrBbOxXRYzawoZo0ZXjscRmAPVfQIEBrGhrGhrRgGgAAeC5bonaYhw2QXC78rtHHM1/Uusa6qxo0vOBr1Lk9REWQEREAREQBEWuNFu7ych70QCLGu4ZuOQ+p3KM40xJqT7oNyxJu4nFx12/hYtbXE5qRIjbyRpyfbDFYhpXJozKis6Rwxg5rm+FVFtH/wAtt/FvZLRphpzUW045eamlSabguZVupqTx2fBVlUe+CXO9KQMITana7LkFrsvpOXxBDigC93XCox2EKvnbLMNrXXgS4Vu60O1VkqCY8MDMGvJVVc1/Fim+62IXUmpLJ9CJVJAmKXm71cMOA4KotCz3Xi+HriQpurW9WpGM6Sy1nK8mduyqwi3Gbxk1xo9HA6LGZnb1TtUN8UjBwod60udvXjqlaazF7etHehSi8M8jHEHYarpZQi4KLlsXm63xK6WTZdYAV6X/AM7GahUk1s2sP4nJ6s46opPfckEqDMRAYjWnut7Tvr5eq3TU0Ibbx8BqTsXKz8/EBedH6UoabAdi7lxd0qTUJPdlC3tqlVa4rZGNpz3WxXvPd/tGAHvaoUjDMWJeO3BRXxr/AGBmTiujsWSoApaeJbrg0qtx2fJawJQXKEYHP7jYrOxrSN4wYh7bcWn5m6O46HfxURpooloAtAis78LtN2lvxM8R5gKeUcrBWjPS8nZIolmzgiw2vaahwBB3HFS1WLgREQBERAYveACTkFDc/Nzsz7ACzjvvOpo3zP4Ucm8dwW6RHJ5PWCuJ8FsqtDp6GDQvYDsvNqtl5ZTTMOLXKKbpOKNhv1DqV8/oqKYmagnbiuptWS66E5gwObTvC4qagRIZuvYRTdUcwuLfQnGepLZlGtlPJMm528PADktNhYzI4fUKE1r3YNa4+FPMq/6PWM5jusfmfLco7SlUqVVNrZdyOCcpJnSkrEleErEleiLppmpNsQUcPHVVjrCFczTirclYkqvUtKFWWqpBN+aJYXFSmsRk0iNLyDWZBSC5eEqJaEUht0d55uj6qSrONGm5dkuPsaU4OrUUe7NUJnXxC4/w2Zb96p7fnQ5xoBRuAV1PRRAgBo7zsFxVqzFGleRuZtvS/Se7/B6u2gluuFsvyarKd1kc7vf0XcyrKNC43orL1q86mq7RmS9TYU9FCK/dzzXUKmuvLH7gzLl6ThwWslesOavFDJn0UmLjosA/+t3Z/ld2m+pHguqXCyUW5PDZFhY8WOw8nFdww4BVqixIu0nmKMkRFGSBa48S60nXTiclsUSafVwGzE+OA+qyuTDeER4hoKanX1KoOtfORHsY8wpaF/EiDvOOwFWVrTF2DHiD4WOpyXL2dPBkuxgPeq9/E4CvgPNQXFTDUfidGwoaoyqLnOF5et/gjWnZUN8Tq5Vj3kZuLiSd+5Q5DpDHkn3XVfDBo6G41ptunQqysy2BDhxjWj3upXW7jX6LmrVmr7iVzJS0/wCcXhnpKVN1c0qqzHz5Pqdn2iyPDbFhmrXcxtB3rbEYDmAVx37OYx6uK34b+GzuitF2BK7dCbqU1J9zxl7RVCvOkuEzAQGjIBZVXhcufmelBc8w5VnWkZvJusCnSyUy/JWJKrJaPNZxIcMjW65wPhUUKnti1GzaDgRuKLHYNNcmRKxJXhKxJWxpk9JUWEL8ap7sMea2RYt0EnQVUSLF6qAT8cTHmuT1OqopQ9793Hz+h1OnUnJufuXv/orLanr7ydG4BchPxDEiBg1KtbTmrrSovR+SvvvnXLguFZUHc1t/f7Du3VZW1HK93tOlsSTuNA3K4qtEuygWwle1SwsI8XKWXlnpcvYRWouXrHZlbYNMkIu/7yW/leu9gd0L59A7U9CHyw3HmQPqvoUEdkKtW9Iu0PQM0RFCThVsaJi87yOWCslTudVo/Ua88VvEjmzXNSgiwnwjgHtLSeK4G0OjceWa59Q9jcTSoNNq+i1WuMwOaWuFWuBBGhBwIUda3jV55Ldnf1LV4j6Le6PkLpjM1z0SQk3TMUQ24auOwfddJPfs9dfPVRP9M5AirhurXFX1gdGGSorm44lxzP4XNpWVSU/9iwvqekues28KTdB5k+NuPN59RLsaymy8MMaKe8zvU4lekhYOK7aSSwjxcpOTcpPLZUdKposlnXcC8hleKn9F7DbDhtw3k7TqVFt6TMaA5rcXtIe0bS3GivLAmg+E1w1HjwKxU4RtS5ZYiCNirbUlw264YVwPIkehVqqm15gEhg+HE8ThTlXmo4cm9TGkryViSvCViSrJTyaJntFrPmNTwGP2VXbk3V1BkzBTjHp1kU6dlvviuVtaboDtK8d1Ct4tV47v5L8vLPXdPoeHTWf1v+sIqp2IYsQMC6yxpK40YLnrAk7zr51XZQG0C7/S7bwqWp8v6HE6pc+JU0LhfU3VWDnLFzlrc9ddI4zZk56ye6jd5wWlmJWuemgwOdowef8AlZwYye9HWdZORn6MuwweGf0X0FgwC4/oNIEQw85v7Z8cvKi7FUajzJs6dOOmKQREUZIeOyKpa9lnAegV0VSU7LR8tByw+ikgRVDYSgCUVda9uQ5dtXnE91g7x+ykSzwRN4J0aOGAkkNAzccAubm+lt5xZLMMZw+I4N98VFhyUxPuDotYcL4YYqOfuq66yujrITQA0DwRyjHzZtGDlzsUEpFniaubCu/L2geYCuGvqMRTaNhV82ABoqaecOsdTLAcs/t4LEZOTE4KK2I4d5JBeWEuZ2Sc9h3kbVrDsTxQlSYyQZxwS4lqRCKVpwFDzUMuXhKxJWUkuDDk3yCVpmYt1pOuQ4nALMlRJuL2gNG9o/RVryt4NGUu/b2ssWlLxq0Y9u/sRCtKNda1mwVPFchOxOtiBoyrire2Z3AnUqBYcredfOq8tY0P5FZer7I9Td1/41Fvv92dDZErdaFZly0QhQL1zl7dRweJlLLMnPWsuWJcs2CgqVuRmRddG85KqmmddFZLjEVvROA0PvVbp+euC+cXHBjfegVx0OsMisWIO2/F1c9w81HVnoj5k9CGuWex1NlStxgCnLxraBernnSCIiALn7Wm/wB3cXOY90N2N5jb906hzRj48V0CwiQg7NbReGayjqRwkx0hjRuzLQnCuHWRBdA4Bb7H6Iku62OTEiHG87GnALrmyDQa0UhraZLZ1G9kaxppbmiWk2sFAFIRapiOGNLjpkNSdgUZI3g1WhN3G4d52W7eqCJEoK6nL7rZMTF4l7vewBRgamp8FahHCKU56mZNFAhK8JWJKkIsnpKwLl4SsS5ZMZPS5U83GwcfmPkMFOm4tGmmZwHiuetibutNOA8F5rrdbMo0V7ft+fiei6NR2lVfsX78Cmn4vWRLoyXRWVLXWhUVjy1514rqYLaBdPpVt4VLU+X9Ch1a68SroXC+puLlhWqybDJXhigYNxPl+V1zimVA0VPvgok5OhovPy+Fup97VonLRDTT+JEOAaMQONPQKbYfRp8Z4ix8dWsOQ4/ZazmoLLJadJzfkY2BYj5iII0UYZsboNhovocrLhjQAsJOSEMAAKUufKTk8s6cYqKwgiItTYIiIAiIgCIiAKitSZvPujJuA46n6eCvVzFrOEKLRxu38WE4A7RXbuUtLkhrZ0kdxqdw91XpK9vbuS8JHsKyUzElYErI02+qwcRt9VkwYuctbnrJzm7fIrB0QAVocN1FnjdmvLwiFORsT+n1P4XJWnG6yIGDIK8tWbutJ1z8T+Fz1nxmh5c51DuBJXj6EHfXbk+M/L/mEewqSVlaJLnHz/cs6SypC60Vw8lZdYBg0Xj5Kng2lewgw3RDtNSPL7qZBsaaj94iEw6DPkPqV7HVGC3Z5HRObzg9m7Ra3vuy+FuJ8dB4qNBZHmezCb1cM/Ea1I45nwwXS2X0HY2hcL7trseQyXTy1mtZkFDK47RLELZLeRzdhdDmw6OcLz/mOfhsXVwJcNFAtgC9VVtvdlpJLZBERYMhERAEREAREQBERAFEtCzmR2FkRoc06EVUtEBxkx0KLTWBFiQho0OLm8iojrAnW5Rw7+Zn5XfLy6pFVku5G6UH2Pnpsqe+eGfA/ZYGyZ752cj/AMV9EuDYnVjYtvGka+DA+d/9AnTnGA4NP4WmZsSLBLXRozn1r2aEDAa4lfSrg2L5/wBPrTuRi04BrG3BtriSPHD+lUOoXU4UGl32+P8ARdsbaEqy243+BzE1DdMzEOXZm447hmTyXeWZ0DgwwKsaXZkkVPmqv9m9j3r028YvqGV+UHMcSPJfQVD0+j4VLPdk9/V8SppXCK+BYzG6BTGS7RkFsRXyiEREAREQBERAEREAREQBERAEREAREQBERAEREAUWdsyFHAEWG2JTK80GnBSkWGsmU8cGuDAawBrQGgZAYBbERZMBERAEREAREQBERAEREAREQH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CaixaDeTexto 2"/>
          <p:cNvSpPr txBox="1"/>
          <p:nvPr/>
        </p:nvSpPr>
        <p:spPr>
          <a:xfrm>
            <a:off x="683568" y="267494"/>
            <a:ext cx="277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Alguns comandos possíveis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971600" y="915566"/>
            <a:ext cx="70718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  <a:p>
            <a:r>
              <a:rPr lang="pt-BR" dirty="0" err="1"/>
              <a:t>copy</a:t>
            </a:r>
            <a:endParaRPr lang="pt-BR" dirty="0"/>
          </a:p>
          <a:p>
            <a:r>
              <a:rPr lang="pt-BR" dirty="0"/>
              <a:t>move</a:t>
            </a:r>
          </a:p>
          <a:p>
            <a:r>
              <a:rPr lang="pt-BR" dirty="0" err="1"/>
              <a:t>md</a:t>
            </a:r>
            <a:endParaRPr lang="pt-BR" dirty="0"/>
          </a:p>
          <a:p>
            <a:r>
              <a:rPr lang="pt-BR" dirty="0" err="1"/>
              <a:t>cd</a:t>
            </a:r>
            <a:endParaRPr lang="pt-BR" dirty="0"/>
          </a:p>
          <a:p>
            <a:r>
              <a:rPr lang="pt-BR" dirty="0"/>
              <a:t>rd</a:t>
            </a:r>
          </a:p>
          <a:p>
            <a:r>
              <a:rPr lang="pt-BR" dirty="0" err="1"/>
              <a:t>del</a:t>
            </a:r>
            <a:endParaRPr lang="pt-BR" dirty="0"/>
          </a:p>
          <a:p>
            <a:r>
              <a:rPr lang="pt-BR" dirty="0" err="1"/>
              <a:t>ren</a:t>
            </a:r>
            <a:endParaRPr lang="pt-BR" dirty="0"/>
          </a:p>
          <a:p>
            <a:r>
              <a:rPr lang="pt-BR" dirty="0"/>
              <a:t>time</a:t>
            </a:r>
          </a:p>
          <a:p>
            <a:r>
              <a:rPr lang="pt-BR" dirty="0"/>
              <a:t>date</a:t>
            </a:r>
          </a:p>
          <a:p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3491880" y="1131590"/>
            <a:ext cx="82208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format</a:t>
            </a:r>
            <a:endParaRPr lang="pt-BR" dirty="0"/>
          </a:p>
          <a:p>
            <a:r>
              <a:rPr lang="pt-BR" dirty="0" err="1"/>
              <a:t>attrib</a:t>
            </a:r>
            <a:endParaRPr lang="pt-BR" dirty="0"/>
          </a:p>
          <a:p>
            <a:r>
              <a:rPr lang="pt-BR" dirty="0" err="1"/>
              <a:t>xcopy</a:t>
            </a:r>
            <a:endParaRPr lang="pt-BR" dirty="0"/>
          </a:p>
          <a:p>
            <a:r>
              <a:rPr lang="pt-BR" dirty="0" err="1"/>
              <a:t>cls</a:t>
            </a:r>
            <a:endParaRPr lang="pt-BR" dirty="0"/>
          </a:p>
          <a:p>
            <a:r>
              <a:rPr lang="pt-BR" dirty="0"/>
              <a:t>ver</a:t>
            </a:r>
          </a:p>
          <a:p>
            <a:r>
              <a:rPr lang="pt-BR" dirty="0" err="1"/>
              <a:t>vol</a:t>
            </a:r>
            <a:endParaRPr lang="pt-BR" dirty="0"/>
          </a:p>
          <a:p>
            <a:r>
              <a:rPr lang="pt-BR" dirty="0" err="1"/>
              <a:t>type</a:t>
            </a:r>
            <a:endParaRPr lang="pt-BR" dirty="0"/>
          </a:p>
          <a:p>
            <a:endParaRPr lang="pt-B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8345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2553">
        <p:fade/>
      </p:transition>
    </mc:Choice>
    <mc:Fallback xmlns="">
      <p:transition spd="med" advTm="32553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16" descr="data:image/jpeg;base64,/9j/4AAQSkZJRgABAQAAAQABAAD/2wCEAAkGBhMQEBAQEBQUEBAQFhQSERAUEg8QEBYXFBcVFRYUEhQXHCYfFxkjGhQUHy8gIycpLCwsFR4xNzAqNSYrLCkBCQoKDgwOGg8PGiklHyQvKjQqKiwtLC8sLC8sLCwsNCwsLiwsLCwvLCwsLCk0LC0sLCwsLCw0LCwsLCwsLiwpLP/AABEIAMwAzAMBIgACEQEDEQH/xAAbAAEAAgMBAQAAAAAAAAAAAAAABAUCAwYBB//EAD8QAAECAwUECAUBBwMFAAAAAAEAAgMEEQUSITFBUWFxkQYTIjKBobHwQlLB0eFiBxQzcoLC8SOi0hUkNEOS/8QAGgEBAAIDAQAAAAAAAAAAAAAAAAMEAQIFBv/EADARAAIBAwMCAgoCAwEAAAAAAAABAgMEERIhMQVBE2EyUXGBkaGxwdHwFOEiI/EG/9oADAMBAAIRAxEAPwD7iiIgCIiAIiIAiIgCIiAIiIAiIgCIiAIi8IQHqLnv3h7q1c6u4kaqPGixBUiI8f1Haq7uEuxMqTfc6lFx5t2PDPevAaOAKlyfTRhN2M0w/wBYq5niMx5pG5g9uDLoTXB0qLGFFDgHNIc04gg1B4FZKwQBERAEREAREQBERAEREAREQBERAEREAREQBERAUERtHxBsc7zNR6qPHUq0ezFdvofKn9qgR3rmVNm0XI8ECZOe8qsj0PD7KbOPp6fcqqjxKe8tgVaSLUSTZduxJR9W9qGTV8LJtP07DvX0WQn2R4bYsM1a4VG3gRoV8ijRVa9Dukf7vHEN5/0Y5DTo1rsmuHHIngrNvWcXpfBHXo6lqXJ9QREXTOaEREAREQBERAEREARFpdNDTtcMueSYMZwbkUV0dxyo3/cft6rU521x5geQW2kxqJ68qq03ePMryjNg/wDkLOk11lpVFVUbuHl6LIbnEcHV8imkayzRV7Zp41DhvFDzGHktrLQb8XZ45c8lhxZspIrrewew7QfI/lVMSL79+Ct7eYIphsaaOxIIxzpnyXM2jAiQSWmjyNB3uS5lxSm5NpbF2lKOMNmibi+/fPkqaaje/eq8mbSrXQ7NVqkbNjzbrsBhdtflDb/M7IcM1Tim3guLCWWQY8dbbMsCYnTdgsJbrFdVsIf1HM7hUrvrE/ZvChkPmT17/kyhDiM3eOG5dhDhhoDWgNaMAAAAOAV2nat7zIJ3SW0TTZ8J7IUNsVwfEa0B7wCA4gUJoVIRF0DnhERAEREARFhFihox8BqeCAzWh0z8uO/4fz4LU9xd3sB8unidVrMWuDef2W6Ro5Gbzq813ZDwH+Vh1pOQ5oIepxKyWTQwuE5lao8RrBU4nQalbyVXwol6KXnuw8hv0VO8uHRilHl8eXrfuJ6FPW23wjGYZGAvkhv6futLLcAwe3EajJbZ2OXYVxcvJqWYyGG0q4ipOxefdxWhKUqU3hc6t/1nSVOnJJTj8NjGFbTHGhBbXI6KdQFcnMmgXRWe8mGKro9Hvqt1rjU7Y39pWv7aFHS4dyTUrwv24eiEqNOxaNO/Dmu8czk9kHAF8Y4NYCRs3eXquUnpsxYjnE5kknYFdW5N9VAZCGDonbfw0HvYuVmYtG3R3n+mn3UBZWxcdHrBbOxXRYzawoZo0ZXjscRmAPVfQIEBrGhrGhrRgGgAAeC5bonaYhw2QXC78rtHHM1/Uusa6qxo0vOBr1Lk9REWQEREAREQBEWuNFu7ych70QCLGu4ZuOQ+p3KM40xJqT7oNyxJu4nFx12/hYtbXE5qRIjbyRpyfbDFYhpXJozKis6Rwxg5rm+FVFtH/wAtt/FvZLRphpzUW045eamlSabguZVupqTx2fBVlUe+CXO9KQMITana7LkFrsvpOXxBDigC93XCox2EKvnbLMNrXXgS4Vu60O1VkqCY8MDMGvJVVc1/Fim+62IXUmpLJ9CJVJAmKXm71cMOA4KotCz3Xi+HriQpurW9WpGM6Sy1nK8mduyqwi3Gbxk1xo9HA6LGZnb1TtUN8UjBwod60udvXjqlaazF7etHehSi8M8jHEHYarpZQi4KLlsXm63xK6WTZdYAV6X/AM7GahUk1s2sP4nJ6s46opPfckEqDMRAYjWnut7Tvr5eq3TU0Ibbx8BqTsXKz8/EBedH6UoabAdi7lxd0qTUJPdlC3tqlVa4rZGNpz3WxXvPd/tGAHvaoUjDMWJeO3BRXxr/AGBmTiujsWSoApaeJbrg0qtx2fJawJQXKEYHP7jYrOxrSN4wYh7bcWn5m6O46HfxURpooloAtAis78LtN2lvxM8R5gKeUcrBWjPS8nZIolmzgiw2vaahwBB3HFS1WLgREQBERAYveACTkFDc/Nzsz7ACzjvvOpo3zP4Ucm8dwW6RHJ5PWCuJ8FsqtDp6GDQvYDsvNqtl5ZTTMOLXKKbpOKNhv1DqV8/oqKYmagnbiuptWS66E5gwObTvC4qagRIZuvYRTdUcwuLfQnGepLZlGtlPJMm528PADktNhYzI4fUKE1r3YNa4+FPMq/6PWM5jusfmfLco7SlUqVVNrZdyOCcpJnSkrEleErEleiLppmpNsQUcPHVVjrCFczTirclYkqvUtKFWWqpBN+aJYXFSmsRk0iNLyDWZBSC5eEqJaEUht0d55uj6qSrONGm5dkuPsaU4OrUUe7NUJnXxC4/w2Zb96p7fnQ5xoBRuAV1PRRAgBo7zsFxVqzFGleRuZtvS/Se7/B6u2gluuFsvyarKd1kc7vf0XcyrKNC43orL1q86mq7RmS9TYU9FCK/dzzXUKmuvLH7gzLl6ThwWslesOavFDJn0UmLjosA/+t3Z/ld2m+pHguqXCyUW5PDZFhY8WOw8nFdww4BVqixIu0nmKMkRFGSBa48S60nXTiclsUSafVwGzE+OA+qyuTDeER4hoKanX1KoOtfORHsY8wpaF/EiDvOOwFWVrTF2DHiD4WOpyXL2dPBkuxgPeq9/E4CvgPNQXFTDUfidGwoaoyqLnOF5et/gjWnZUN8Tq5Vj3kZuLiSd+5Q5DpDHkn3XVfDBo6G41ptunQqysy2BDhxjWj3upXW7jX6LmrVmr7iVzJS0/wCcXhnpKVN1c0qqzHz5Pqdn2iyPDbFhmrXcxtB3rbEYDmAVx37OYx6uK34b+GzuitF2BK7dCbqU1J9zxl7RVCvOkuEzAQGjIBZVXhcufmelBc8w5VnWkZvJusCnSyUy/JWJKrJaPNZxIcMjW65wPhUUKnti1GzaDgRuKLHYNNcmRKxJXhKxJWxpk9JUWEL8ap7sMea2RYt0EnQVUSLF6qAT8cTHmuT1OqopQ9793Hz+h1OnUnJufuXv/orLanr7ydG4BchPxDEiBg1KtbTmrrSovR+SvvvnXLguFZUHc1t/f7Du3VZW1HK93tOlsSTuNA3K4qtEuygWwle1SwsI8XKWXlnpcvYRWouXrHZlbYNMkIu/7yW/leu9gd0L59A7U9CHyw3HmQPqvoUEdkKtW9Iu0PQM0RFCThVsaJi87yOWCslTudVo/Ua88VvEjmzXNSgiwnwjgHtLSeK4G0OjceWa59Q9jcTSoNNq+i1WuMwOaWuFWuBBGhBwIUda3jV55Ldnf1LV4j6Le6PkLpjM1z0SQk3TMUQ24auOwfddJPfs9dfPVRP9M5AirhurXFX1gdGGSorm44lxzP4XNpWVSU/9iwvqekues28KTdB5k+NuPN59RLsaymy8MMaKe8zvU4lekhYOK7aSSwjxcpOTcpPLZUdKposlnXcC8hleKn9F7DbDhtw3k7TqVFt6TMaA5rcXtIe0bS3GivLAmg+E1w1HjwKxU4RtS5ZYiCNirbUlw264YVwPIkehVqqm15gEhg+HE8ThTlXmo4cm9TGkryViSvCViSrJTyaJntFrPmNTwGP2VXbk3V1BkzBTjHp1kU6dlvviuVtaboDtK8d1Ct4tV47v5L8vLPXdPoeHTWf1v+sIqp2IYsQMC6yxpK40YLnrAk7zr51XZQG0C7/S7bwqWp8v6HE6pc+JU0LhfU3VWDnLFzlrc9ddI4zZk56ye6jd5wWlmJWuemgwOdowef8AlZwYye9HWdZORn6MuwweGf0X0FgwC4/oNIEQw85v7Z8cvKi7FUajzJs6dOOmKQREUZIeOyKpa9lnAegV0VSU7LR8tByw+ikgRVDYSgCUVda9uQ5dtXnE91g7x+ykSzwRN4J0aOGAkkNAzccAubm+lt5xZLMMZw+I4N98VFhyUxPuDotYcL4YYqOfuq66yujrITQA0DwRyjHzZtGDlzsUEpFniaubCu/L2geYCuGvqMRTaNhV82ABoqaecOsdTLAcs/t4LEZOTE4KK2I4d5JBeWEuZ2Sc9h3kbVrDsTxQlSYyQZxwS4lqRCKVpwFDzUMuXhKxJWUkuDDk3yCVpmYt1pOuQ4nALMlRJuL2gNG9o/RVryt4NGUu/b2ssWlLxq0Y9u/sRCtKNda1mwVPFchOxOtiBoyrire2Z3AnUqBYcredfOq8tY0P5FZer7I9Td1/41Fvv92dDZErdaFZly0QhQL1zl7dRweJlLLMnPWsuWJcs2CgqVuRmRddG85KqmmddFZLjEVvROA0PvVbp+euC+cXHBjfegVx0OsMisWIO2/F1c9w81HVnoj5k9CGuWex1NlStxgCnLxraBernnSCIiALn7Wm/wB3cXOY90N2N5jb906hzRj48V0CwiQg7NbReGayjqRwkx0hjRuzLQnCuHWRBdA4Bb7H6Iku62OTEiHG87GnALrmyDQa0UhraZLZ1G9kaxppbmiWk2sFAFIRapiOGNLjpkNSdgUZI3g1WhN3G4d52W7eqCJEoK6nL7rZMTF4l7vewBRgamp8FahHCKU56mZNFAhK8JWJKkIsnpKwLl4SsS5ZMZPS5U83GwcfmPkMFOm4tGmmZwHiuetibutNOA8F5rrdbMo0V7ft+fiei6NR2lVfsX78Cmn4vWRLoyXRWVLXWhUVjy1514rqYLaBdPpVt4VLU+X9Ch1a68SroXC+puLlhWqybDJXhigYNxPl+V1zimVA0VPvgok5OhovPy+Fup97VonLRDTT+JEOAaMQONPQKbYfRp8Z4ix8dWsOQ4/ZazmoLLJadJzfkY2BYj5iII0UYZsboNhovocrLhjQAsJOSEMAAKUufKTk8s6cYqKwgiItTYIiIAiIgCIiAKitSZvPujJuA46n6eCvVzFrOEKLRxu38WE4A7RXbuUtLkhrZ0kdxqdw91XpK9vbuS8JHsKyUzElYErI02+qwcRt9VkwYuctbnrJzm7fIrB0QAVocN1FnjdmvLwiFORsT+n1P4XJWnG6yIGDIK8tWbutJ1z8T+Fz1nxmh5c51DuBJXj6EHfXbk+M/L/mEewqSVlaJLnHz/cs6SypC60Vw8lZdYBg0Xj5Kng2lewgw3RDtNSPL7qZBsaaj94iEw6DPkPqV7HVGC3Z5HRObzg9m7Ra3vuy+FuJ8dB4qNBZHmezCb1cM/Ea1I45nwwXS2X0HY2hcL7trseQyXTy1mtZkFDK47RLELZLeRzdhdDmw6OcLz/mOfhsXVwJcNFAtgC9VVtvdlpJLZBERYMhERAEREAREQBERAFEtCzmR2FkRoc06EVUtEBxkx0KLTWBFiQho0OLm8iojrAnW5Rw7+Zn5XfLy6pFVku5G6UH2Pnpsqe+eGfA/ZYGyZ752cj/AMV9EuDYnVjYtvGka+DA+d/9AnTnGA4NP4WmZsSLBLXRozn1r2aEDAa4lfSrg2L5/wBPrTuRi04BrG3BtriSPHD+lUOoXU4UGl32+P8ARdsbaEqy243+BzE1DdMzEOXZm447hmTyXeWZ0DgwwKsaXZkkVPmqv9m9j3r028YvqGV+UHMcSPJfQVD0+j4VLPdk9/V8SppXCK+BYzG6BTGS7RkFsRXyiEREAREQBERAEREAREQBERAEREAREQBERAEREAUWdsyFHAEWG2JTK80GnBSkWGsmU8cGuDAawBrQGgZAYBbERZMBERAEREAREQBERAEREAREQH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CaixaDeTexto 2"/>
          <p:cNvSpPr txBox="1"/>
          <p:nvPr/>
        </p:nvSpPr>
        <p:spPr>
          <a:xfrm>
            <a:off x="460375" y="267494"/>
            <a:ext cx="2816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Arquivo de Lote (Batch File)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07975" y="667652"/>
            <a:ext cx="2016224" cy="283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@</a:t>
            </a:r>
            <a:r>
              <a:rPr lang="pt-BR" sz="1050" dirty="0" err="1"/>
              <a:t>echo</a:t>
            </a:r>
            <a:r>
              <a:rPr lang="pt-BR" sz="1050" dirty="0"/>
              <a:t> off</a:t>
            </a:r>
          </a:p>
          <a:p>
            <a:r>
              <a:rPr lang="pt-BR" sz="1050" dirty="0" err="1"/>
              <a:t>cls</a:t>
            </a:r>
            <a:endParaRPr lang="pt-BR" sz="1050" dirty="0"/>
          </a:p>
          <a:p>
            <a:r>
              <a:rPr lang="pt-BR" sz="1050" dirty="0" err="1"/>
              <a:t>echo</a:t>
            </a:r>
            <a:r>
              <a:rPr lang="pt-BR" sz="1050" dirty="0"/>
              <a:t> "Teste de arquivos de lote"</a:t>
            </a:r>
          </a:p>
          <a:p>
            <a:r>
              <a:rPr lang="pt-BR" sz="1050" dirty="0" err="1"/>
              <a:t>echo</a:t>
            </a:r>
            <a:r>
              <a:rPr lang="pt-BR" sz="1050" dirty="0"/>
              <a:t>.</a:t>
            </a:r>
          </a:p>
          <a:p>
            <a:r>
              <a:rPr lang="pt-BR" sz="1050" dirty="0" err="1"/>
              <a:t>echo</a:t>
            </a:r>
            <a:r>
              <a:rPr lang="pt-BR" sz="1050" dirty="0"/>
              <a:t> "</a:t>
            </a:r>
            <a:r>
              <a:rPr lang="pt-BR" sz="1050" dirty="0" err="1"/>
              <a:t>Opcoes</a:t>
            </a:r>
            <a:r>
              <a:rPr lang="pt-BR" sz="1050" dirty="0"/>
              <a:t>"</a:t>
            </a:r>
          </a:p>
          <a:p>
            <a:r>
              <a:rPr lang="pt-BR" sz="1050" dirty="0" err="1"/>
              <a:t>echo</a:t>
            </a:r>
            <a:r>
              <a:rPr lang="pt-BR" sz="1050" dirty="0"/>
              <a:t> "======"</a:t>
            </a:r>
          </a:p>
          <a:p>
            <a:r>
              <a:rPr lang="pt-BR" sz="1050" dirty="0" err="1"/>
              <a:t>echo</a:t>
            </a:r>
            <a:r>
              <a:rPr lang="pt-BR" sz="1050" dirty="0"/>
              <a:t>.</a:t>
            </a:r>
          </a:p>
          <a:p>
            <a:r>
              <a:rPr lang="pt-BR" sz="1050" dirty="0" err="1"/>
              <a:t>echo</a:t>
            </a:r>
            <a:r>
              <a:rPr lang="pt-BR" sz="1050" dirty="0"/>
              <a:t> "A-Copiar para Documentos"</a:t>
            </a:r>
          </a:p>
          <a:p>
            <a:r>
              <a:rPr lang="pt-BR" sz="1050" dirty="0" err="1"/>
              <a:t>echo</a:t>
            </a:r>
            <a:r>
              <a:rPr lang="pt-BR" sz="1050" dirty="0"/>
              <a:t> "B-Copiar para Backup"</a:t>
            </a:r>
          </a:p>
          <a:p>
            <a:r>
              <a:rPr lang="pt-BR" sz="1050" dirty="0" err="1"/>
              <a:t>echo</a:t>
            </a:r>
            <a:r>
              <a:rPr lang="pt-BR" sz="1050" dirty="0"/>
              <a:t> "C-</a:t>
            </a:r>
            <a:r>
              <a:rPr lang="pt-BR" sz="1050" dirty="0" err="1"/>
              <a:t>Finaliar</a:t>
            </a:r>
            <a:r>
              <a:rPr lang="pt-BR" sz="1050" dirty="0"/>
              <a:t>"</a:t>
            </a:r>
          </a:p>
          <a:p>
            <a:r>
              <a:rPr lang="pt-BR" sz="1050" dirty="0" err="1"/>
              <a:t>echo</a:t>
            </a:r>
            <a:r>
              <a:rPr lang="pt-BR" sz="1050" dirty="0"/>
              <a:t>.</a:t>
            </a:r>
          </a:p>
          <a:p>
            <a:r>
              <a:rPr lang="pt-BR" sz="1050" dirty="0" err="1"/>
              <a:t>choice</a:t>
            </a:r>
            <a:r>
              <a:rPr lang="pt-BR" sz="1050" dirty="0"/>
              <a:t> /C ABC /M "Selecione A, B ou C" </a:t>
            </a:r>
          </a:p>
          <a:p>
            <a:r>
              <a:rPr lang="pt-BR" sz="1050" dirty="0"/>
              <a:t>IF ERRORLEVEL == 3 GOTO END</a:t>
            </a:r>
          </a:p>
          <a:p>
            <a:r>
              <a:rPr lang="pt-BR" sz="1050" dirty="0"/>
              <a:t>IF ERRORLEVEL == 2 GOTO OP2</a:t>
            </a:r>
          </a:p>
          <a:p>
            <a:r>
              <a:rPr lang="pt-BR" sz="1050" dirty="0"/>
              <a:t>IF ERRORLEVEL == 1 GOTO OP1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048" y="1652488"/>
            <a:ext cx="3888430" cy="2285672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2843808" y="654238"/>
            <a:ext cx="20162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:OP1</a:t>
            </a:r>
          </a:p>
          <a:p>
            <a:r>
              <a:rPr lang="pt-BR" sz="1050" dirty="0" err="1"/>
              <a:t>copy</a:t>
            </a:r>
            <a:r>
              <a:rPr lang="pt-BR" sz="1050" dirty="0"/>
              <a:t> *.* e:\unip\msdos\documentos</a:t>
            </a:r>
          </a:p>
          <a:p>
            <a:r>
              <a:rPr lang="pt-BR" sz="1050" dirty="0" err="1"/>
              <a:t>echo</a:t>
            </a:r>
            <a:r>
              <a:rPr lang="pt-BR" sz="1050" dirty="0"/>
              <a:t> "Teclou A"</a:t>
            </a:r>
          </a:p>
          <a:p>
            <a:r>
              <a:rPr lang="pt-BR" sz="1050" dirty="0"/>
              <a:t>GOTO END</a:t>
            </a:r>
          </a:p>
          <a:p>
            <a:r>
              <a:rPr lang="pt-BR" sz="1050" dirty="0"/>
              <a:t>:OP2</a:t>
            </a:r>
          </a:p>
          <a:p>
            <a:r>
              <a:rPr lang="pt-BR" sz="1050" dirty="0" err="1"/>
              <a:t>copy</a:t>
            </a:r>
            <a:r>
              <a:rPr lang="pt-BR" sz="1050" dirty="0"/>
              <a:t> *.* e:\unip\msdos\backup</a:t>
            </a:r>
          </a:p>
          <a:p>
            <a:r>
              <a:rPr lang="pt-BR" sz="1050" dirty="0" err="1"/>
              <a:t>echo</a:t>
            </a:r>
            <a:r>
              <a:rPr lang="pt-BR" sz="1050" dirty="0"/>
              <a:t> "Teclou B"</a:t>
            </a:r>
          </a:p>
          <a:p>
            <a:r>
              <a:rPr lang="pt-BR" sz="1050" dirty="0"/>
              <a:t>GOTO END</a:t>
            </a:r>
          </a:p>
          <a:p>
            <a:r>
              <a:rPr lang="pt-BR" sz="1050" dirty="0"/>
              <a:t>:END</a:t>
            </a:r>
          </a:p>
          <a:p>
            <a:r>
              <a:rPr lang="pt-BR" sz="1050" dirty="0" err="1"/>
              <a:t>echo</a:t>
            </a:r>
            <a:r>
              <a:rPr lang="pt-BR" sz="1050" dirty="0"/>
              <a:t> "Batch Finalizado"</a:t>
            </a:r>
          </a:p>
          <a:p>
            <a:r>
              <a:rPr lang="pt-BR" sz="1050" dirty="0"/>
              <a:t>pause</a:t>
            </a:r>
            <a:endParaRPr lang="pt-BR" sz="105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955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2553">
        <p:fade/>
      </p:transition>
    </mc:Choice>
    <mc:Fallback xmlns="">
      <p:transition spd="med" advTm="32553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2|5.6|4.2|5.6|7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3.6|5.1|14.4|1|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13.2|7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7|0.4|0.2|0.1|0.1|0.1|0.1|0.1|0.1|0.1|0.1|0.1|0.1|0.1|0.1|0.1|0.1|0.1|0.1|0.1|0.1|0.1|0.2|0.2|0.5|0.4|0.4|0.9|0.3|0.2|0.1|5|0.8|7|0.4|0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7|0.4|0.2|0.1|0.1|0.1|0.1|0.1|0.1|0.1|0.1|0.1|0.1|0.1|0.1|0.1|0.1|0.1|0.1|0.1|0.1|0.1|0.2|0.2|0.5|0.4|0.4|0.9|0.3|0.2|0.1|5|0.8|7|0.4|0.4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1234</TotalTime>
  <Words>614</Words>
  <Application>Microsoft Office PowerPoint</Application>
  <PresentationFormat>Apresentação na tela (16:9)</PresentationFormat>
  <Paragraphs>86</Paragraphs>
  <Slides>6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Calibri</vt:lpstr>
      <vt:lpstr>Gill Sans MT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GEEAD</dc:creator>
  <cp:lastModifiedBy>Rogério Barbosa da Silva</cp:lastModifiedBy>
  <cp:revision>88</cp:revision>
  <dcterms:created xsi:type="dcterms:W3CDTF">2014-02-03T16:35:07Z</dcterms:created>
  <dcterms:modified xsi:type="dcterms:W3CDTF">2017-04-03T18:43:11Z</dcterms:modified>
</cp:coreProperties>
</file>